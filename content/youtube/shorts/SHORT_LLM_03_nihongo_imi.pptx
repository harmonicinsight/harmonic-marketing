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4114800" cy="7315200"/>
  <p:notesSz cx="7315200" cy="411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「国産AIを作れ！」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という人に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聞きたい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楽天、NTT、KDDI…各社が数百億円を投資中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その国産AI、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海外AIの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50倍のコストで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同じことしかできない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GPU自前運用 vs API呼ぶだけ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「日本語が得意」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って言うけど、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ClaudeもGPTも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日本語で普通に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仕事できてる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モデルを作る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競争をしている間に、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モデルを使って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業務を変えた会社が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勝っている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問題は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「どのAIか」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じゃない。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「何をさせるか」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Source→Input→Process→Output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業務設計がすべて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モデル選びより、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業務設計。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2026-03-22T08:54:43Z</dcterms:created>
  <dcterms:modified xsi:type="dcterms:W3CDTF">2026-03-22T08:54:43Z</dcterms:modified>
</cp:coreProperties>
</file>