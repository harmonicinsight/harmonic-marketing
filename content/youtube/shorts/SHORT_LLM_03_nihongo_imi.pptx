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日本語LLMを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開発する意味は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あるのか？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日本企業がLLMを作っている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楽天 700B（APIなし）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PLaMo 31B（政府採用）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tsuzumi 7B（NTT）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ELYZA 32B（KDDI）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グローバルLLMの日本語は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もう十分に使える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Claude：文化ニュアンス対応済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GPT：1.1Mコンテキスト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Gemini：$0.10/100万トークン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コスト差は最大50倍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Gemini Flash-Lite: $0.10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国産セルフホスト: GPU月額数百万円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56692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同じ仕事をするのにこの差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必要なのは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「日本語モデル」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ではなく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「業務設計」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どのLLMかより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何をInputに何をOutputにするかが100倍重要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業務設計 →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SIPOフレームワーク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この動画はPowerPointからInsight Training Studioで自動生成しています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2026-03-22T06:33:56Z</dcterms:created>
  <dcterms:modified xsi:type="dcterms:W3CDTF">2026-03-22T06:33:56Z</dcterms:modified>
</cp:coreProperties>
</file>