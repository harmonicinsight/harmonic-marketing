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4114800" cy="7315200"/>
  <p:notesSz cx="7315200" cy="41148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19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2286000"/>
            <a:ext cx="356616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RAGを導入した</a:t>
            </a:r>
            <a:endParaRPr lang="en-US" sz="24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会社に聞いてみた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4114800" cy="54864"/>
          </a:xfrm>
          <a:prstGeom prst="rect">
            <a:avLst/>
          </a:prstGeom>
          <a:solidFill>
            <a:srgbClr val="B8942F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667512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8942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HARMONIC insight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C19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1371600"/>
            <a:ext cx="356616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期待していたこと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274320" y="3657600"/>
            <a:ext cx="356616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400" dirty="0">
                <a:solidFill>
                  <a:srgbClr val="FAF8F5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社内文書をAIが検索</a:t>
            </a:r>
            <a:endParaRPr lang="en-US" sz="14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400" dirty="0">
                <a:solidFill>
                  <a:srgbClr val="FAF8F5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質問すれば的確な答え</a:t>
            </a:r>
            <a:endParaRPr lang="en-US" sz="14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400" dirty="0">
                <a:solidFill>
                  <a:srgbClr val="FAF8F5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ナレッジが全社共有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4114800" cy="54864"/>
          </a:xfrm>
          <a:prstGeom prst="rect">
            <a:avLst/>
          </a:prstGeom>
          <a:solidFill>
            <a:srgbClr val="B8942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667512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8942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HARMONIC insight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C19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1371600"/>
            <a:ext cx="356616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実際に起きたこと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274320" y="3657600"/>
            <a:ext cx="356616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400" dirty="0">
                <a:solidFill>
                  <a:srgbClr val="FAF8F5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検索精度が低い</a:t>
            </a:r>
            <a:endParaRPr lang="en-US" sz="14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400" dirty="0">
                <a:solidFill>
                  <a:srgbClr val="FAF8F5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回答が的外れ</a:t>
            </a:r>
            <a:endParaRPr lang="en-US" sz="14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400" dirty="0">
                <a:solidFill>
                  <a:srgbClr val="FAF8F5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結局、人が確認</a:t>
            </a:r>
            <a:endParaRPr lang="en-US" sz="14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400" dirty="0">
                <a:solidFill>
                  <a:srgbClr val="FAF8F5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「Google検索の方がマシ」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4114800" cy="54864"/>
          </a:xfrm>
          <a:prstGeom prst="rect">
            <a:avLst/>
          </a:prstGeom>
          <a:solidFill>
            <a:srgbClr val="B8942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667512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8942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HARMONIC insight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C19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1371600"/>
            <a:ext cx="356616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なぜRAGは</a:t>
            </a:r>
            <a:endParaRPr lang="en-US" sz="20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期待を裏切るのか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274320" y="4114800"/>
            <a:ext cx="35661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7534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元データが整理されていないから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57534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ゴミを入れればゴミが出る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4114800" cy="54864"/>
          </a:xfrm>
          <a:prstGeom prst="rect">
            <a:avLst/>
          </a:prstGeom>
          <a:solidFill>
            <a:srgbClr val="B8942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667512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8942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HARMONIC insight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C19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1371600"/>
            <a:ext cx="356616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RAGの問題は</a:t>
            </a:r>
            <a:endParaRPr lang="en-US" sz="28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AIではない。</a:t>
            </a:r>
            <a:endParaRPr lang="en-US" sz="28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データの問題。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274320" y="4114800"/>
            <a:ext cx="35661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7534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検索だけでは業務は変わらない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4114800" cy="54864"/>
          </a:xfrm>
          <a:prstGeom prst="rect">
            <a:avLst/>
          </a:prstGeom>
          <a:solidFill>
            <a:srgbClr val="B8942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667512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8942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HARMONIC insight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C19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1371600"/>
            <a:ext cx="356616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次回：</a:t>
            </a:r>
            <a:endParaRPr lang="en-US" sz="20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日本語LLM開発に</a:t>
            </a:r>
            <a:endParaRPr lang="en-US" sz="20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意味はあるか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274320" y="4114800"/>
            <a:ext cx="35661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7534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この動画はPowerPointからInsight Training Studioで自動生成しています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57534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HARMONIC insight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4114800" cy="54864"/>
          </a:xfrm>
          <a:prstGeom prst="rect">
            <a:avLst/>
          </a:prstGeom>
          <a:solidFill>
            <a:srgbClr val="B8942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667512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8942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HARMONIC insight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2026-03-22T06:33:56Z</dcterms:created>
  <dcterms:modified xsi:type="dcterms:W3CDTF">2026-03-22T06:33:56Z</dcterms:modified>
</cp:coreProperties>
</file>