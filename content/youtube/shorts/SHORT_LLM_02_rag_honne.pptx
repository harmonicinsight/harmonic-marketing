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RAG導入して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半年後、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誰も使ってない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これ、あなたの会社でも起きてませんか？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導入前：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「社内の知識が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一瞬で見つかる！」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経営会議で拍手が起きた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半年後：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「Google検索の方が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マシだった」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現場の本音がこれ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RAGは悪くない。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食わせたデータが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ゴミだっただけ。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整理されてない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データに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AIをかぶせても、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高速でゴミが出る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AIの前に、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データを整理しろ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2026-03-22T08:54:43Z</dcterms:created>
  <dcterms:modified xsi:type="dcterms:W3CDTF">2026-03-22T08:54:43Z</dcterms:modified>
</cp:coreProperties>
</file>