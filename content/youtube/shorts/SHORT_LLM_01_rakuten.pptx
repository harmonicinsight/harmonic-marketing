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「楽天AIすごい！」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って言ってる人、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使ったことある？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日本語ベンチ1位のニュースが流れたけど…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ベンチマーク1位。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で、あなたの業務に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入りますか？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APIがない。サーバー自前。GPU月額数百万円。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「すごいAI」と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「使えるAI」は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全く別の話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フェラーリが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最速でも、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通勤には乗れない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業務に必要なのは「今日から動く」こと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22860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ベンチマークで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AIを選ぶ会社は、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カタログスペックで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車を買う人と同じ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AIを選ぶ前に、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業務を設計しろ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2026-03-22T08:54:43Z</dcterms:created>
  <dcterms:modified xsi:type="dcterms:W3CDTF">2026-03-22T08:54:43Z</dcterms:modified>
</cp:coreProperties>
</file>