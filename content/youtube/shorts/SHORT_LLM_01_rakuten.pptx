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楽天AI 3.0、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日本語性能トップ。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で、業務で使えるの？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確かにすごい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日本語MT-Bench 8.88（GPT-4o超え）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700Bパラメータ（MoE）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Apache 2.0（商用利用可能）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でも、APIがない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公開APIなし（2026年3月）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使うにはセルフホスト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700B MoEのGPU代は？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一方、Claude Sonnetは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API即使用可能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$3.00/100万トークン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1Mコンテキスト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今すぐ業務に入る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性能が高い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≠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業務で使える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必要なのはベンチマークではなく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明日から使えるかどうか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RAGを入れた会社の本音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