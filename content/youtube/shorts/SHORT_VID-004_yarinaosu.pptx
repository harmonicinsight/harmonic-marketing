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4114800" cy="7315200"/>
  <p:notesSz cx="7315200" cy="4114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資料作成、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15分→1分に</a:t>
            </a: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しました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コンサルチームで1ヶ月の実験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3時間かけた資料を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「捨てられますか？」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ほとんどの人は「修正で何とかしよう」とする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実験結果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3657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1日目 → 15分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1週間後 → 5分</a:t>
            </a:r>
            <a:endParaRPr lang="en-US" sz="14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400" dirty="0">
                <a:solidFill>
                  <a:srgbClr val="FAF8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1ヶ月後 → 1〜2分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本当に変わったのは</a:t>
            </a:r>
            <a:endParaRPr lang="en-US" sz="28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速さじゃない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「間違えても捨てられる」ようになったこと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やり直しのコストが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ゼロなら、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常にベストが出せる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やり直せる力は、地味で退屈で最強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0"/>
            <a:ext cx="35661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やり直せる力は、</a:t>
            </a:r>
            <a:endParaRPr lang="en-US" sz="20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地味で退屈で最強。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411480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114800" cy="54864"/>
          </a:xfrm>
          <a:prstGeom prst="rect">
            <a:avLst/>
          </a:prstGeom>
          <a:solidFill>
            <a:srgbClr val="B894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66751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8942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HARMONIC insight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2026-03-22T08:54:43Z</dcterms:created>
  <dcterms:modified xsi:type="dcterms:W3CDTF">2026-03-22T08:54:43Z</dcterms:modified>
</cp:coreProperties>
</file>