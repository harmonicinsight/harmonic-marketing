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4114800" cy="7315200"/>
  <p:notesSz cx="7315200" cy="411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業務分析で、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いきなりInputを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見ていませんか？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従来の業務分析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Input（入力）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Process（処理）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Output（成果物）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" y="56692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これで十分だと思っていませんか？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そのInputは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どこから来た？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誰が出した？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図面？会議？メール？口頭？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どれが最新版？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Inputの前に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Sourceがある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S（Source）情報源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I（Input）入力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P（Process）処理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O（Output）成果物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これからは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IPOではなく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SIPO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Inputの前に、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Sourceを押さえろ。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2026-03-22T08:54:43Z</dcterms:created>
  <dcterms:modified xsi:type="dcterms:W3CDTF">2026-03-22T08:54:43Z</dcterms:modified>
</cp:coreProperties>
</file>