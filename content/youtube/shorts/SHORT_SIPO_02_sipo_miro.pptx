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業務分析で、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いきなりInputを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見ていませんか？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従来の業務分析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Input（入力）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Process（処理）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Output（成果物）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669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これで十分だと思っていませんか？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そのInputは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どこから来た？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誰が出した？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図面？会議？メール？口頭？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どれが最新版？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Inputの前に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Sourceがある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S（Source）情報源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I（Input）入力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P（Process）処理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O（Output）成果物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これからは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IPOではなく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AI時代の業務分析は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Sが8割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