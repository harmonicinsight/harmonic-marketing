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AI時代の業務分析、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どこに一番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時間をかけるべきか？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昔はProcess分析に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時間をかけていた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処理手順を細かく人が分解していた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でも今は違う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Sourceが明確 → Inputが明確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Input + Outputが決まれば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ProcessはAIが作れる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AI時代の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業務分析は、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Sが8割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建設業の場合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設計変更 → 元情報は会議？メール？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工程変更 → 施主要望？天候？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報告書 → 写真、口頭、日報に分散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Sourceが決まれば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業務は見える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この動画はPowerPointからInsight Training Studioで自動生成しています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2026-03-22T06:33:56Z</dcterms:created>
  <dcterms:modified xsi:type="dcterms:W3CDTF">2026-03-22T06:33:56Z</dcterms:modified>
</cp:coreProperties>
</file>