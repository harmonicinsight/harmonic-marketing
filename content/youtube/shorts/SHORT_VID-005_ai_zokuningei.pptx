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4114800" cy="7315200"/>
  <p:notesSz cx="7315200" cy="4114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ChatGPT導入して</a:t>
            </a:r>
            <a:endParaRPr lang="en-US" sz="2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3ヶ月後の現実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多くの企業で起きていること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「一部の詳しい人しか使っていない」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「結局、前と同じやり方に戻った」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原因はツールじゃない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Aさんのプロンプトと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Bさんのプロンプトで結果が違う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2860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AIは便利。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でも再現性が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なければ、</a:t>
            </a:r>
            <a:endParaRPr lang="en-US" sz="28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ただの属人芸。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IPOを定義する</a:t>
            </a:r>
            <a:endParaRPr lang="en-US" sz="2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だけで変わる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3657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Input → Process → Output</a:t>
            </a:r>
            <a:endParaRPr lang="en-US" sz="14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400" dirty="0">
                <a:solidFill>
                  <a:srgbClr val="FAF8F5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誰がやっても同じ結果が出る仕組み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詳しくはnoteで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411480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この動画はPowerPointからInsight Training Studioで自動生成しています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4864"/>
          </a:xfrm>
          <a:prstGeom prst="rect">
            <a:avLst/>
          </a:prstGeom>
          <a:solidFill>
            <a:srgbClr val="B8942F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6675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8942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HARMONIC insight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2026-03-22T06:33:56Z</dcterms:created>
  <dcterms:modified xsi:type="dcterms:W3CDTF">2026-03-22T06:33:56Z</dcterms:modified>
</cp:coreProperties>
</file>