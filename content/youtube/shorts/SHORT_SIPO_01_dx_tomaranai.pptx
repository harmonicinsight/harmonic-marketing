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4114800" cy="7315200"/>
  <p:notesSz cx="7315200" cy="411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建設業でDXが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進まない理由、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わかりますか？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AIやシステムの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性能の問題だと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思っていませんか？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何社も見てきましたが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原因はそこじゃありません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問題は、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情報がバラバラ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なこと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3657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図面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口頭・電話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LINE・メール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写真・Excel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情報源が散らばっている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だからInputがそろわない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Inputがそろわないから自動化もできない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建設業で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最初に見るべきは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AIの性能ではなく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情報の出どころ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次回：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IPOでは足りない。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SIPOで見ろ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この動画はPowerPointからInsight Training Studioで自動生成しています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2026-03-22T06:33:56Z</dcterms:created>
  <dcterms:modified xsi:type="dcterms:W3CDTF">2026-03-22T06:33:56Z</dcterms:modified>
</cp:coreProperties>
</file>