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「資料が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分かりづらい」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と言われる人へ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原因はデザインじゃない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いきなり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PowerPointを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開いていませんか？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これが3時間かけて構成が間違う原因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段取り八分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目的を考える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メッセージを作る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ストーリーを作る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④ Quick &amp; Dirty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相手の階層で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資料を変えて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いますか？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経営層は「どうなる？」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現場は「どうやる？」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「さすが」と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言われる資料は、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才能ではなく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設計で作れる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才能じゃない。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設計で作れ。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2026-03-22T08:54:43Z</dcterms:created>
  <dcterms:modified xsi:type="dcterms:W3CDTF">2026-03-22T08:54:43Z</dcterms:modified>
</cp:coreProperties>
</file>